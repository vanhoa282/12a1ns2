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96B83D-AE80-2AED-5B47-A1D688CF2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4CCD1A0E-0E6D-A657-34FB-EFFC9CBEF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94C4064-4F0B-260C-F622-0AAC0FD6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605F25F-B29F-698E-E94F-E13704EE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FE62872-92ED-EAC8-D9A3-DBFF68C9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9834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9A35D71-0D08-B492-BFC8-5068C5BB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23909C4-93AF-F0AC-641A-819B4D561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B5BA72E-A1F6-088A-9069-861CD9A1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6EB8467-D242-A1A0-316F-FA7E7B95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DC23A33-262A-F3DD-C675-D4279A2F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0695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81F0C06-C0D5-7D68-1096-63CA9753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7758FAC-22C8-C1E6-8E52-B539B7806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6A2B090-C2FE-D0BA-0F11-55BBBB20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B974DEC-B807-80A1-2620-F92DB87F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B4D68D4-DC94-AB9F-EE6C-BFF58E9F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1966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978F55F-3E34-4E80-09C1-E2FB3062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322AB2-2F07-5B37-08F0-13DBDC4F1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3F1AE19-170B-480E-CF4C-B3F083D9C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A4CEF85-753B-2740-5149-BABAE59D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2234032-DB5B-FA85-CABA-EE40B10B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D93AF6DF-309D-960E-61B8-5F2C78FF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4231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B4A61DC-1009-4FDC-CD13-3115989B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D854FD1-AEB7-B40D-F971-F0FCB408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87D7F5A-6B62-EB4B-7FCA-43CE1073B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63AA2C0D-A4DF-00E5-50DB-F0361149B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1E8FEAB-AC8C-FECC-DA2B-FFF434E89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977697A-06E7-3C1D-B2CE-2E871CD5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36AB843-B992-F06F-CA44-D68BAF82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BCF2C079-010E-0D37-BDD3-FC166EC21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012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EBEB18-93CE-1A77-5005-8B5A9F59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419736A-6F1B-5D4A-20F3-E530B8B3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41CE58C0-A73A-200A-A768-4EBD6035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4891B98-7518-BE8A-FB85-FD748106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5777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6E855DE3-CD90-8080-4B50-B1AF8612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B6D582DC-1B58-8339-97CC-07BFFB1E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9205C74-65CB-D7EA-5C5A-BB9C38F4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1115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411447D-F4E1-5D40-2C94-CE5875CEF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8E45609-AD01-3301-6E9D-1ECB43EA4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1B24A17C-06A2-9C01-0961-08537CE0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737B09-2769-060D-EF96-6C20022A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C4B0DCD-E871-F0BC-17E4-C7DFACBC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86BC2A7-4ECE-E94B-33C6-9E3D6261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6160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7A626F2-8690-AF78-99D1-1A0033384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E9CC4EF2-BB53-D6F2-3804-BF51DBFF0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1B789BB-1FAF-081A-2489-2F8CEC978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5040CE1-020E-BC02-CD1B-7DDCCC6A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282EA70-6CD4-671E-F20C-5F6A1BF4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CF493F6-DBD9-E99D-12D9-C7CE9E8B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4060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1413A4-A57F-CC0D-2C72-87CF4FA0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2AAC42-11AC-C896-445A-748AAEC58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AA6C232-348B-5E41-578D-B1FC91D9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8D60191-7341-AEB7-8103-B41A6D54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239FA9D-A51A-74B0-40D2-9111BAB0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2036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56BD2703-646F-8EE3-D53E-210373D40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61EE47E-2F79-AC3C-58FD-32DBFE73B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2996E4B-AB11-DC35-D1B5-F2FF75CB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983FA1C-1FAA-1BF5-748A-333317BB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7FCD147-51FD-8993-90A6-3FD0A4A2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4729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2A05DF2-8ADA-DB2A-9C32-9B042BB90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4D50C21-0C20-87D7-D81C-1AED2963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8778A3B-CE7E-ABF1-991D-54776F96E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1A1F6-B23F-D046-BBCF-D0C2E547237A}" type="datetimeFigureOut">
              <a:rPr lang="vi-VN" smtClean="0"/>
              <a:t>26/01/2026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2870F0A-CFC0-652F-3AC1-89888C82E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860E1B3-C353-6945-FDFC-0F8EE946E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43C83-A16A-B74F-8B57-14B36C8968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98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jpe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.jpeg" /><Relationship Id="rId4" Type="http://schemas.openxmlformats.org/officeDocument/2006/relationships/image" Target="../media/image7.jpe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7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jpeg" /><Relationship Id="rId5" Type="http://schemas.openxmlformats.org/officeDocument/2006/relationships/image" Target="../media/image2.jpeg" /><Relationship Id="rId4" Type="http://schemas.openxmlformats.org/officeDocument/2006/relationships/image" Target="../media/image7.jpe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7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jpeg" /><Relationship Id="rId5" Type="http://schemas.openxmlformats.org/officeDocument/2006/relationships/image" Target="../media/image2.jpeg" /><Relationship Id="rId4" Type="http://schemas.openxmlformats.org/officeDocument/2006/relationships/image" Target="../media/image7.jpe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7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jpeg" /><Relationship Id="rId5" Type="http://schemas.openxmlformats.org/officeDocument/2006/relationships/image" Target="../media/image2.jpeg" /><Relationship Id="rId4" Type="http://schemas.openxmlformats.org/officeDocument/2006/relationships/image" Target="../media/image7.jpe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7" Type="http://schemas.openxmlformats.org/officeDocument/2006/relationships/image" Target="../media/image4.jpeg" /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jpeg" /><Relationship Id="rId5" Type="http://schemas.openxmlformats.org/officeDocument/2006/relationships/image" Target="../media/image2.jpeg" /><Relationship Id="rId4" Type="http://schemas.openxmlformats.org/officeDocument/2006/relationships/image" Target="../media/image7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121A375-204D-3E35-33B0-6C8290F94B2F}"/>
              </a:ext>
            </a:extLst>
          </p:cNvPr>
          <p:cNvSpPr txBox="1"/>
          <p:nvPr/>
        </p:nvSpPr>
        <p:spPr>
          <a:xfrm>
            <a:off x="-295451" y="527386"/>
            <a:ext cx="123441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b="1" dirty="0">
                <a:solidFill>
                  <a:schemeClr val="bg1"/>
                </a:solidFill>
              </a:rPr>
              <a:t> CHÀO MỪNG MỌI NGƯỜI ĐÃ ĐẾN VỚI BÀI THUYẾT TRÌNH CỦA NHÓM 2</a:t>
            </a:r>
          </a:p>
        </p:txBody>
      </p:sp>
    </p:spTree>
    <p:extLst>
      <p:ext uri="{BB962C8B-B14F-4D97-AF65-F5344CB8AC3E}">
        <p14:creationId xmlns:p14="http://schemas.microsoft.com/office/powerpoint/2010/main" val="2023426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121A375-204D-3E35-33B0-6C8290F94B2F}"/>
              </a:ext>
            </a:extLst>
          </p:cNvPr>
          <p:cNvSpPr txBox="1"/>
          <p:nvPr/>
        </p:nvSpPr>
        <p:spPr>
          <a:xfrm>
            <a:off x="-7498253" y="-2294836"/>
            <a:ext cx="123441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400" b="1" dirty="0">
                <a:solidFill>
                  <a:schemeClr val="bg1"/>
                </a:solidFill>
              </a:rPr>
              <a:t> CHÀO MỪNG MỌI NGƯỜI ĐÃ ĐẾN VỚI BÀI THUYẾT TRÌNH CỦA NHÓM 2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A1946EE-F71E-7469-2009-2730042D9EFC}"/>
              </a:ext>
            </a:extLst>
          </p:cNvPr>
          <p:cNvSpPr txBox="1"/>
          <p:nvPr/>
        </p:nvSpPr>
        <p:spPr>
          <a:xfrm>
            <a:off x="0" y="162620"/>
            <a:ext cx="585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600" b="1" dirty="0">
                <a:solidFill>
                  <a:schemeClr val="bg1"/>
                </a:solidFill>
              </a:rPr>
              <a:t>GIỚI THIỆU THÀNH VIÊN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797895" y="1547069"/>
            <a:ext cx="3085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777366" y="2294866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49901" y="321332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1368208" y="4061613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502856" y="4971090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4545014" y="151817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6661484" y="2366462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675643" y="3083291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5746440" y="37955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5407412" y="4678257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4893603" y="5628785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</p:spTree>
    <p:extLst>
      <p:ext uri="{BB962C8B-B14F-4D97-AF65-F5344CB8AC3E}">
        <p14:creationId xmlns:p14="http://schemas.microsoft.com/office/powerpoint/2010/main" val="3308899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925230" y="7569678"/>
            <a:ext cx="6431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3918458" y="179605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3820777" y="-3419186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212290" y="179605"/>
            <a:ext cx="4711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10004718" y="-1588840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472088" y="1038585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925230" y="1897565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index2.html,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-1736767" y="9786568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https://12a1ns2.pages.dev/index2.html</a:t>
            </a: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54" y="8154453"/>
            <a:ext cx="6437083" cy="5418667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DB262ED5-7132-804E-87CC-1D5D93FCB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850" y="865860"/>
            <a:ext cx="5398414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2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925230" y="7569678"/>
            <a:ext cx="6431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3918458" y="179605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3820777" y="-3419186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212290" y="179605"/>
            <a:ext cx="4711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10004718" y="-1588840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676690" y="-3954822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1335850" y="8519146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index2.html,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501158" y="3210355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https://12a1ns2.pages.dev/index2.html</a:t>
            </a:r>
          </a:p>
        </p:txBody>
      </p:sp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54" y="8154453"/>
            <a:ext cx="6437083" cy="5418667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DB262ED5-7132-804E-87CC-1D5D93FCB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850" y="865860"/>
            <a:ext cx="5398414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0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A1946EE-F71E-7469-2009-2730042D9EFC}"/>
              </a:ext>
            </a:extLst>
          </p:cNvPr>
          <p:cNvSpPr txBox="1"/>
          <p:nvPr/>
        </p:nvSpPr>
        <p:spPr>
          <a:xfrm>
            <a:off x="-444205" y="-1661568"/>
            <a:ext cx="585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600" b="1" dirty="0">
                <a:solidFill>
                  <a:schemeClr val="bg1"/>
                </a:solidFill>
              </a:rPr>
              <a:t>GIỚI THIỆU THÀNH VIÊN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234479" y="407955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-3494054" y="2139391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12145566" y="3784839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943359" y="1286404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1399086" y="2007967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index.html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chính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07255547-1572-DF4E-2028-5C841A73A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214" y="1240285"/>
            <a:ext cx="6146694" cy="443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27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A1946EE-F71E-7469-2009-2730042D9EFC}"/>
              </a:ext>
            </a:extLst>
          </p:cNvPr>
          <p:cNvSpPr txBox="1"/>
          <p:nvPr/>
        </p:nvSpPr>
        <p:spPr>
          <a:xfrm>
            <a:off x="-444205" y="-1661568"/>
            <a:ext cx="585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600" b="1" dirty="0">
                <a:solidFill>
                  <a:schemeClr val="bg1"/>
                </a:solidFill>
              </a:rPr>
              <a:t>GIỚI THIỆU THÀNH VIÊN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234479" y="407955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-3494054" y="2139391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12145566" y="3784839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2495663" y="90039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140803" y="-376875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index.html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chính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07255547-1572-DF4E-2028-5C841A73A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088" y="313091"/>
            <a:ext cx="8501273" cy="5242774"/>
          </a:xfrm>
          <a:prstGeom prst="rect">
            <a:avLst/>
          </a:prstGeom>
        </p:spPr>
      </p:pic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3693429" y="3030821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7" name="Đường kết nối Mũi tên Thẳng 16">
            <a:extLst>
              <a:ext uri="{FF2B5EF4-FFF2-40B4-BE49-F238E27FC236}">
                <a16:creationId xmlns:a16="http://schemas.microsoft.com/office/drawing/2014/main" id="{FC1405F5-7F22-F0CA-73BF-BA59090F6526}"/>
              </a:ext>
            </a:extLst>
          </p:cNvPr>
          <p:cNvCxnSpPr>
            <a:cxnSpLocks/>
          </p:cNvCxnSpPr>
          <p:nvPr/>
        </p:nvCxnSpPr>
        <p:spPr>
          <a:xfrm flipH="1" flipV="1">
            <a:off x="2233237" y="3558454"/>
            <a:ext cx="1889661" cy="41106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338248" y="2774641"/>
            <a:ext cx="2754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Thực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Trạng</a:t>
            </a:r>
            <a:endParaRPr lang="vi-V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15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A1946EE-F71E-7469-2009-2730042D9EFC}"/>
              </a:ext>
            </a:extLst>
          </p:cNvPr>
          <p:cNvSpPr txBox="1"/>
          <p:nvPr/>
        </p:nvSpPr>
        <p:spPr>
          <a:xfrm>
            <a:off x="-444205" y="-1661568"/>
            <a:ext cx="585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600" b="1" dirty="0">
                <a:solidFill>
                  <a:schemeClr val="bg1"/>
                </a:solidFill>
              </a:rPr>
              <a:t>GIỚI THIỆU THÀNH VIÊN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234479" y="407955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-3494054" y="2139391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12145566" y="3784839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2495663" y="90039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140803" y="-376875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index.html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chính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07255547-1572-DF4E-2028-5C841A73A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088" y="313091"/>
            <a:ext cx="8501273" cy="5242774"/>
          </a:xfrm>
          <a:prstGeom prst="rect">
            <a:avLst/>
          </a:prstGeom>
        </p:spPr>
      </p:pic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6471308" y="3034230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7" name="Đường kết nối Mũi tên Thẳng 16">
            <a:extLst>
              <a:ext uri="{FF2B5EF4-FFF2-40B4-BE49-F238E27FC236}">
                <a16:creationId xmlns:a16="http://schemas.microsoft.com/office/drawing/2014/main" id="{FC1405F5-7F22-F0CA-73BF-BA59090F6526}"/>
              </a:ext>
            </a:extLst>
          </p:cNvPr>
          <p:cNvCxnSpPr>
            <a:cxnSpLocks/>
          </p:cNvCxnSpPr>
          <p:nvPr/>
        </p:nvCxnSpPr>
        <p:spPr>
          <a:xfrm flipH="1" flipV="1">
            <a:off x="2233237" y="3558454"/>
            <a:ext cx="6359970" cy="11701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338248" y="2774641"/>
            <a:ext cx="2754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Giải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Pháp</a:t>
            </a:r>
            <a:endParaRPr lang="vi-V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441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AA1946EE-F71E-7469-2009-2730042D9EFC}"/>
              </a:ext>
            </a:extLst>
          </p:cNvPr>
          <p:cNvSpPr txBox="1"/>
          <p:nvPr/>
        </p:nvSpPr>
        <p:spPr>
          <a:xfrm>
            <a:off x="-444205" y="-1661568"/>
            <a:ext cx="5851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600" b="1" dirty="0">
                <a:solidFill>
                  <a:schemeClr val="bg1"/>
                </a:solidFill>
              </a:rPr>
              <a:t>GIỚI THIỆU THÀNH VIÊN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234479" y="407955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-3494054" y="2139391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12145566" y="3784839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2495663" y="90039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140803" y="-376875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index.html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chính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07255547-1572-DF4E-2028-5C841A73A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088" y="313091"/>
            <a:ext cx="8501273" cy="5242774"/>
          </a:xfrm>
          <a:prstGeom prst="rect">
            <a:avLst/>
          </a:prstGeom>
        </p:spPr>
      </p:pic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9046250" y="3034230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7" name="Đường kết nối Mũi tên Thẳng 16">
            <a:extLst>
              <a:ext uri="{FF2B5EF4-FFF2-40B4-BE49-F238E27FC236}">
                <a16:creationId xmlns:a16="http://schemas.microsoft.com/office/drawing/2014/main" id="{FC1405F5-7F22-F0CA-73BF-BA59090F6526}"/>
              </a:ext>
            </a:extLst>
          </p:cNvPr>
          <p:cNvCxnSpPr>
            <a:cxnSpLocks/>
          </p:cNvCxnSpPr>
          <p:nvPr/>
        </p:nvCxnSpPr>
        <p:spPr>
          <a:xfrm flipH="1" flipV="1">
            <a:off x="2233237" y="3558454"/>
            <a:ext cx="8331691" cy="10798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338248" y="2774641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217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234479" y="339542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2786743" y="34541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234479" y="1616131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911777" y="2208009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vande.html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5047CBA6-18BB-C3F3-D901-CD1265ACE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630" y="1035806"/>
            <a:ext cx="6329061" cy="550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7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234479" y="339542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2786743" y="34541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3381091" y="1347905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3880921" y="171293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vande.html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5047CBA6-18BB-C3F3-D901-CD1265ACE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364" y="1035806"/>
            <a:ext cx="7263328" cy="5509677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2A023DA-E60B-0783-B86D-CD626C289D40}"/>
              </a:ext>
            </a:extLst>
          </p:cNvPr>
          <p:cNvSpPr txBox="1"/>
          <p:nvPr/>
        </p:nvSpPr>
        <p:spPr>
          <a:xfrm flipH="1">
            <a:off x="100302" y="2604060"/>
            <a:ext cx="43740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https://12a1ns2.pages.dev/vande.html</a:t>
            </a:r>
          </a:p>
        </p:txBody>
      </p:sp>
    </p:spTree>
    <p:extLst>
      <p:ext uri="{BB962C8B-B14F-4D97-AF65-F5344CB8AC3E}">
        <p14:creationId xmlns:p14="http://schemas.microsoft.com/office/powerpoint/2010/main" val="833407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234479" y="339542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-5707120" y="4972167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-4692670" y="632106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2786743" y="34541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3381091" y="1347905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3880921" y="171293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vande.html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5047CBA6-18BB-C3F3-D901-CD1265ACE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364" y="1035806"/>
            <a:ext cx="7263328" cy="5509677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2A023DA-E60B-0783-B86D-CD626C289D40}"/>
              </a:ext>
            </a:extLst>
          </p:cNvPr>
          <p:cNvSpPr txBox="1"/>
          <p:nvPr/>
        </p:nvSpPr>
        <p:spPr>
          <a:xfrm flipH="1">
            <a:off x="100302" y="2604060"/>
            <a:ext cx="43740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https://12a1ns2.pages.dev/vande.html</a:t>
            </a:r>
          </a:p>
        </p:txBody>
      </p:sp>
    </p:spTree>
    <p:extLst>
      <p:ext uri="{BB962C8B-B14F-4D97-AF65-F5344CB8AC3E}">
        <p14:creationId xmlns:p14="http://schemas.microsoft.com/office/powerpoint/2010/main" val="91591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43881" y="20018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4215735" y="14340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301827" y="977283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893807" y="1703283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giaiphap.html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5047CBA6-18BB-C3F3-D901-CD1265ACE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074" y="8412208"/>
            <a:ext cx="7263328" cy="5509677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2A023DA-E60B-0783-B86D-CD626C289D40}"/>
              </a:ext>
            </a:extLst>
          </p:cNvPr>
          <p:cNvSpPr txBox="1"/>
          <p:nvPr/>
        </p:nvSpPr>
        <p:spPr>
          <a:xfrm flipH="1">
            <a:off x="-4729394" y="-2425668"/>
            <a:ext cx="43740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https://12a1ns2.pages.dev/vande.html</a:t>
            </a: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896" y="820771"/>
            <a:ext cx="5193610" cy="578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7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43881" y="20018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4215735" y="143404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1529144" y="75384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12902613" y="497109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2635497" y="-548410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908949" y="1271687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giaiphap.html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5047CBA6-18BB-C3F3-D901-CD1265ACE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074" y="8412208"/>
            <a:ext cx="7263328" cy="5509677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2A023DA-E60B-0783-B86D-CD626C289D40}"/>
              </a:ext>
            </a:extLst>
          </p:cNvPr>
          <p:cNvSpPr txBox="1"/>
          <p:nvPr/>
        </p:nvSpPr>
        <p:spPr>
          <a:xfrm flipH="1">
            <a:off x="-4729394" y="-2425668"/>
            <a:ext cx="43740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https://12a1ns2.pages.dev/vande.html</a:t>
            </a: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896" y="820771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624162" y="2744260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https://12a1ns2.pages.dev/giaiphap.html</a:t>
            </a:r>
          </a:p>
        </p:txBody>
      </p:sp>
    </p:spTree>
    <p:extLst>
      <p:ext uri="{BB962C8B-B14F-4D97-AF65-F5344CB8AC3E}">
        <p14:creationId xmlns:p14="http://schemas.microsoft.com/office/powerpoint/2010/main" val="345026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3499022" y="2802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349780" y="235996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348793" y="1369181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792022" y="2010471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video.html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-5666236" y="5359355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https://12a1ns2.pages.dev/giaiphap.html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845" y="895035"/>
            <a:ext cx="5631020" cy="55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05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3499022" y="280252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2368668" y="2548960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349780" y="235996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7016856" y="7642407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2581180" y="-929211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045250" y="1033608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video.html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105111" y="2546193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https://12a1ns2.pages.dev/video.html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845" y="895035"/>
            <a:ext cx="5631020" cy="55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29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5522592" y="-1735859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6096000" y="-1953956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134418" y="202863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12192000" y="6858000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3940915" y="235996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2027346" y="-292388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2613736" y="-3489007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dangky.html</a:t>
            </a:r>
            <a:r>
              <a:rPr lang="vi-VN" sz="3200" dirty="0">
                <a:solidFill>
                  <a:schemeClr val="bg1"/>
                </a:solidFill>
              </a:rPr>
              <a:t>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134418" y="2525614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https://12a1ns2.pages.dev/dangky.html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782" y="8227181"/>
            <a:ext cx="5631020" cy="5595457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549" y="893499"/>
            <a:ext cx="6437083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7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5522592" y="-1735859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4342244" y="-2442389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-676690" y="-5869375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-1632425" y="-2431481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6840188" y="-5222774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3362522" y="44385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542449" y="6390658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index2.html,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-2855818" y="8586628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https://12a1ns2.pages.dev/iindex2.html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782" y="8227181"/>
            <a:ext cx="5631020" cy="5595457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939" y="7731961"/>
            <a:ext cx="6437083" cy="5418667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A8D7AB1E-3CCC-7490-4FDC-A7B575B976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05" y="1276618"/>
            <a:ext cx="5161791" cy="4664570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21363859-7447-9AF1-DA28-C70A928247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12" y="1276618"/>
            <a:ext cx="5463364" cy="4664570"/>
          </a:xfrm>
          <a:prstGeom prst="rect">
            <a:avLst/>
          </a:prstGeom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38AAAAA-CF62-8139-D80A-248BFDCB8733}"/>
              </a:ext>
            </a:extLst>
          </p:cNvPr>
          <p:cNvSpPr txBox="1"/>
          <p:nvPr/>
        </p:nvSpPr>
        <p:spPr>
          <a:xfrm>
            <a:off x="5816191" y="3316515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897475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5522592" y="-1735859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4342244" y="-2442389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-676690" y="-5869375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31027" y="-1985371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6840188" y="-5222774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3362522" y="44385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542449" y="6390658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index2.html,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-2855818" y="8586628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https://12a1ns2.pages.dev/iindex2.html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782" y="8227181"/>
            <a:ext cx="5631020" cy="5595457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939" y="7731961"/>
            <a:ext cx="6437083" cy="5418667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A8D7AB1E-3CCC-7490-4FDC-A7B575B976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05" y="574261"/>
            <a:ext cx="5161791" cy="5816397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21363859-7447-9AF1-DA28-C70A928247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49" y="-4874069"/>
            <a:ext cx="5463364" cy="4664570"/>
          </a:xfrm>
          <a:prstGeom prst="rect">
            <a:avLst/>
          </a:prstGeom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38AAAAA-CF62-8139-D80A-248BFDCB8733}"/>
              </a:ext>
            </a:extLst>
          </p:cNvPr>
          <p:cNvSpPr txBox="1"/>
          <p:nvPr/>
        </p:nvSpPr>
        <p:spPr>
          <a:xfrm>
            <a:off x="12493052" y="357015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VS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7C63D91-9417-BE94-34B4-0D6285DDFB9E}"/>
              </a:ext>
            </a:extLst>
          </p:cNvPr>
          <p:cNvSpPr txBox="1"/>
          <p:nvPr/>
        </p:nvSpPr>
        <p:spPr>
          <a:xfrm>
            <a:off x="7556737" y="206467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Thiết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kế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cũ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2752386A-FCD9-557B-0FE2-3AC08C3F8A18}"/>
              </a:ext>
            </a:extLst>
          </p:cNvPr>
          <p:cNvSpPr txBox="1"/>
          <p:nvPr/>
        </p:nvSpPr>
        <p:spPr>
          <a:xfrm>
            <a:off x="5676823" y="1486673"/>
            <a:ext cx="490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Không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liên </a:t>
            </a:r>
            <a:r>
              <a:rPr lang="vi-VN" sz="3200" b="1" dirty="0" err="1">
                <a:solidFill>
                  <a:schemeClr val="bg1"/>
                </a:solidFill>
              </a:rPr>
              <a:t>kết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ngoài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53D7349D-F6C8-3330-6C6B-83312A1C26CE}"/>
              </a:ext>
            </a:extLst>
          </p:cNvPr>
          <p:cNvSpPr txBox="1"/>
          <p:nvPr/>
        </p:nvSpPr>
        <p:spPr>
          <a:xfrm>
            <a:off x="5676823" y="2844225"/>
            <a:ext cx="490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Bố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cục</a:t>
            </a:r>
            <a:r>
              <a:rPr lang="vi-VN" sz="3200" b="1" dirty="0">
                <a:solidFill>
                  <a:schemeClr val="bg1"/>
                </a:solidFill>
              </a:rPr>
              <a:t> đơn sơ</a:t>
            </a: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719BDA22-A0BA-E003-5BCB-04A83D901117}"/>
              </a:ext>
            </a:extLst>
          </p:cNvPr>
          <p:cNvSpPr txBox="1"/>
          <p:nvPr/>
        </p:nvSpPr>
        <p:spPr>
          <a:xfrm>
            <a:off x="5643845" y="4170362"/>
            <a:ext cx="9643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Không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trang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</a:t>
            </a:r>
          </a:p>
        </p:txBody>
      </p:sp>
    </p:spTree>
    <p:extLst>
      <p:ext uri="{BB962C8B-B14F-4D97-AF65-F5344CB8AC3E}">
        <p14:creationId xmlns:p14="http://schemas.microsoft.com/office/powerpoint/2010/main" val="104842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5522592" y="-1735859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4342244" y="-2442389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-676690" y="-5869375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31027" y="-1985371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6840188" y="-5222774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3362522" y="44385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542449" y="6390658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index2.html,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-2855818" y="8586628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https://12a1ns2.pages.dev/iindex2.html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782" y="8227181"/>
            <a:ext cx="5631020" cy="5595457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939" y="7731961"/>
            <a:ext cx="6437083" cy="5418667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A8D7AB1E-3CCC-7490-4FDC-A7B575B976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6796" y="336657"/>
            <a:ext cx="5161791" cy="5816397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21363859-7447-9AF1-DA28-C70A928247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4" y="605656"/>
            <a:ext cx="5463364" cy="5607318"/>
          </a:xfrm>
          <a:prstGeom prst="rect">
            <a:avLst/>
          </a:prstGeom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38AAAAA-CF62-8139-D80A-248BFDCB8733}"/>
              </a:ext>
            </a:extLst>
          </p:cNvPr>
          <p:cNvSpPr txBox="1"/>
          <p:nvPr/>
        </p:nvSpPr>
        <p:spPr>
          <a:xfrm>
            <a:off x="12493052" y="357015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VS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7C63D91-9417-BE94-34B4-0D6285DDFB9E}"/>
              </a:ext>
            </a:extLst>
          </p:cNvPr>
          <p:cNvSpPr txBox="1"/>
          <p:nvPr/>
        </p:nvSpPr>
        <p:spPr>
          <a:xfrm>
            <a:off x="7556737" y="-1443472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Thiết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kế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cũ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2752386A-FCD9-557B-0FE2-3AC08C3F8A18}"/>
              </a:ext>
            </a:extLst>
          </p:cNvPr>
          <p:cNvSpPr txBox="1"/>
          <p:nvPr/>
        </p:nvSpPr>
        <p:spPr>
          <a:xfrm>
            <a:off x="12815396" y="5613931"/>
            <a:ext cx="490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Không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liên </a:t>
            </a:r>
            <a:r>
              <a:rPr lang="vi-VN" sz="3200" b="1" dirty="0" err="1">
                <a:solidFill>
                  <a:schemeClr val="bg1"/>
                </a:solidFill>
              </a:rPr>
              <a:t>kết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ngoài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53D7349D-F6C8-3330-6C6B-83312A1C26CE}"/>
              </a:ext>
            </a:extLst>
          </p:cNvPr>
          <p:cNvSpPr txBox="1"/>
          <p:nvPr/>
        </p:nvSpPr>
        <p:spPr>
          <a:xfrm>
            <a:off x="12978196" y="2739475"/>
            <a:ext cx="490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Bố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cục</a:t>
            </a:r>
            <a:r>
              <a:rPr lang="vi-VN" sz="3200" b="1" dirty="0">
                <a:solidFill>
                  <a:schemeClr val="bg1"/>
                </a:solidFill>
              </a:rPr>
              <a:t> đơn sơ</a:t>
            </a: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719BDA22-A0BA-E003-5BCB-04A83D901117}"/>
              </a:ext>
            </a:extLst>
          </p:cNvPr>
          <p:cNvSpPr txBox="1"/>
          <p:nvPr/>
        </p:nvSpPr>
        <p:spPr>
          <a:xfrm>
            <a:off x="13350670" y="313269"/>
            <a:ext cx="9643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Không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trang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</a:t>
            </a: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84452EF0-6644-8546-B35C-17535246BC28}"/>
              </a:ext>
            </a:extLst>
          </p:cNvPr>
          <p:cNvSpPr txBox="1"/>
          <p:nvPr/>
        </p:nvSpPr>
        <p:spPr>
          <a:xfrm>
            <a:off x="7647525" y="313269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Thiết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kế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mới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537BED5D-BC74-81CC-00E4-146F531316DB}"/>
              </a:ext>
            </a:extLst>
          </p:cNvPr>
          <p:cNvSpPr txBox="1"/>
          <p:nvPr/>
        </p:nvSpPr>
        <p:spPr>
          <a:xfrm>
            <a:off x="6272807" y="1396353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Website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hiện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đại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3EE8E847-D86C-1423-CD17-79CCA53799DC}"/>
              </a:ext>
            </a:extLst>
          </p:cNvPr>
          <p:cNvSpPr txBox="1"/>
          <p:nvPr/>
        </p:nvSpPr>
        <p:spPr>
          <a:xfrm>
            <a:off x="6272806" y="2111158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Website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dễ</a:t>
            </a:r>
            <a:r>
              <a:rPr lang="vi-VN" sz="3200" b="1" dirty="0">
                <a:solidFill>
                  <a:schemeClr val="bg1"/>
                </a:solidFill>
              </a:rPr>
              <a:t> thao </a:t>
            </a:r>
            <a:r>
              <a:rPr lang="vi-VN" sz="3200" b="1" dirty="0" err="1">
                <a:solidFill>
                  <a:schemeClr val="bg1"/>
                </a:solidFill>
              </a:rPr>
              <a:t>tác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7296756B-21F3-93D1-5B12-44FF30482C87}"/>
              </a:ext>
            </a:extLst>
          </p:cNvPr>
          <p:cNvSpPr txBox="1"/>
          <p:nvPr/>
        </p:nvSpPr>
        <p:spPr>
          <a:xfrm>
            <a:off x="6344536" y="2949018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Bố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cục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rõ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ràng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34794F86-698F-8022-49D6-0C8B6E5ADA02}"/>
              </a:ext>
            </a:extLst>
          </p:cNvPr>
          <p:cNvSpPr txBox="1"/>
          <p:nvPr/>
        </p:nvSpPr>
        <p:spPr>
          <a:xfrm>
            <a:off x="6344536" y="3613276"/>
            <a:ext cx="47658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nhiều</a:t>
            </a:r>
            <a:r>
              <a:rPr lang="vi-VN" sz="3200" b="1" dirty="0">
                <a:solidFill>
                  <a:schemeClr val="bg1"/>
                </a:solidFill>
              </a:rPr>
              <a:t> trang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 </a:t>
            </a:r>
            <a:r>
              <a:rPr lang="vi-VN" sz="3200" b="1" dirty="0" err="1">
                <a:solidFill>
                  <a:schemeClr val="bg1"/>
                </a:solidFill>
              </a:rPr>
              <a:t>giúp</a:t>
            </a:r>
            <a:r>
              <a:rPr lang="vi-VN" sz="3200" b="1" dirty="0">
                <a:solidFill>
                  <a:schemeClr val="bg1"/>
                </a:solidFill>
              </a:rPr>
              <a:t> xem chi </a:t>
            </a:r>
            <a:r>
              <a:rPr lang="vi-VN" sz="3200" b="1" dirty="0" err="1">
                <a:solidFill>
                  <a:schemeClr val="bg1"/>
                </a:solidFill>
              </a:rPr>
              <a:t>tiết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mục</a:t>
            </a:r>
            <a:r>
              <a:rPr lang="vi-VN" sz="3200" b="1" dirty="0">
                <a:solidFill>
                  <a:schemeClr val="bg1"/>
                </a:solidFill>
              </a:rPr>
              <a:t> hơn</a:t>
            </a:r>
          </a:p>
        </p:txBody>
      </p: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6DD07278-BA55-0C6A-EC99-04CEF592813A}"/>
              </a:ext>
            </a:extLst>
          </p:cNvPr>
          <p:cNvSpPr txBox="1"/>
          <p:nvPr/>
        </p:nvSpPr>
        <p:spPr>
          <a:xfrm>
            <a:off x="6311754" y="5182936"/>
            <a:ext cx="5533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Footer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thông tin liên </a:t>
            </a:r>
            <a:r>
              <a:rPr lang="vi-VN" sz="3200" b="1" dirty="0" err="1">
                <a:solidFill>
                  <a:schemeClr val="bg1"/>
                </a:solidFill>
              </a:rPr>
              <a:t>hệ</a:t>
            </a:r>
            <a:r>
              <a:rPr lang="vi-VN" sz="3200" b="1" dirty="0">
                <a:solidFill>
                  <a:schemeClr val="bg1"/>
                </a:solidFill>
              </a:rPr>
              <a:t>,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</a:t>
            </a:r>
          </a:p>
        </p:txBody>
      </p:sp>
    </p:spTree>
    <p:extLst>
      <p:ext uri="{BB962C8B-B14F-4D97-AF65-F5344CB8AC3E}">
        <p14:creationId xmlns:p14="http://schemas.microsoft.com/office/powerpoint/2010/main" val="2724602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C3D61656-8890-7DB4-C913-E1B42244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209ECFB-DB36-8AC4-1725-D0388FD6CF05}"/>
              </a:ext>
            </a:extLst>
          </p:cNvPr>
          <p:cNvSpPr txBox="1"/>
          <p:nvPr/>
        </p:nvSpPr>
        <p:spPr>
          <a:xfrm>
            <a:off x="-86451" y="-1276589"/>
            <a:ext cx="3888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Hồ</a:t>
            </a:r>
            <a:r>
              <a:rPr lang="vi-VN" sz="3200" b="1" dirty="0">
                <a:solidFill>
                  <a:schemeClr val="bg1"/>
                </a:solidFill>
              </a:rPr>
              <a:t> Văn </a:t>
            </a:r>
            <a:r>
              <a:rPr lang="vi-VN" sz="3200" b="1" dirty="0" err="1">
                <a:solidFill>
                  <a:schemeClr val="bg1"/>
                </a:solidFill>
              </a:rPr>
              <a:t>Hoà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0B12DE9-E223-37E6-B600-345688B73DB6}"/>
              </a:ext>
            </a:extLst>
          </p:cNvPr>
          <p:cNvSpPr txBox="1"/>
          <p:nvPr/>
        </p:nvSpPr>
        <p:spPr>
          <a:xfrm>
            <a:off x="1126061" y="-303075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Hà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9373665-C333-0736-9A22-894F9E13BDFC}"/>
              </a:ext>
            </a:extLst>
          </p:cNvPr>
          <p:cNvSpPr txBox="1"/>
          <p:nvPr/>
        </p:nvSpPr>
        <p:spPr>
          <a:xfrm>
            <a:off x="2967939" y="-4407520"/>
            <a:ext cx="5351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i="0" dirty="0" err="1">
                <a:solidFill>
                  <a:srgbClr val="FFFFFF"/>
                </a:solidFill>
                <a:effectLst/>
              </a:rPr>
              <a:t>Nguyễn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Thành</a:t>
            </a:r>
            <a:r>
              <a:rPr lang="vi-VN" sz="3200" b="1" i="0" dirty="0">
                <a:solidFill>
                  <a:srgbClr val="FFFFFF"/>
                </a:solidFill>
                <a:effectLst/>
              </a:rPr>
              <a:t> </a:t>
            </a:r>
            <a:r>
              <a:rPr lang="vi-VN" sz="3200" b="1" i="0" dirty="0" err="1">
                <a:solidFill>
                  <a:srgbClr val="FFFFFF"/>
                </a:solidFill>
                <a:effectLst/>
              </a:rPr>
              <a:t>Đạt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FEB95F4-9904-187D-C23C-C6D960C6A4F5}"/>
              </a:ext>
            </a:extLst>
          </p:cNvPr>
          <p:cNvSpPr txBox="1"/>
          <p:nvPr/>
        </p:nvSpPr>
        <p:spPr>
          <a:xfrm>
            <a:off x="8319752" y="-3299879"/>
            <a:ext cx="503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Đoàn</a:t>
            </a:r>
            <a:r>
              <a:rPr lang="vi-VN" sz="3200" b="1" dirty="0">
                <a:solidFill>
                  <a:schemeClr val="bg1"/>
                </a:solidFill>
              </a:rPr>
              <a:t> Huy </a:t>
            </a:r>
            <a:r>
              <a:rPr lang="vi-VN" sz="3200" b="1" dirty="0" err="1">
                <a:solidFill>
                  <a:schemeClr val="bg1"/>
                </a:solidFill>
              </a:rPr>
              <a:t>Ngọc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C23E2C-6D70-14C1-252E-101F6788FF20}"/>
              </a:ext>
            </a:extLst>
          </p:cNvPr>
          <p:cNvSpPr txBox="1"/>
          <p:nvPr/>
        </p:nvSpPr>
        <p:spPr>
          <a:xfrm>
            <a:off x="-5522592" y="-1735859"/>
            <a:ext cx="4845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Hiếu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Nghĩa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00D025F-A2DF-72CE-34C1-3531DB75F589}"/>
              </a:ext>
            </a:extLst>
          </p:cNvPr>
          <p:cNvSpPr txBox="1"/>
          <p:nvPr/>
        </p:nvSpPr>
        <p:spPr>
          <a:xfrm flipH="1">
            <a:off x="4342244" y="-2442389"/>
            <a:ext cx="5504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Huỳnh</a:t>
            </a:r>
            <a:r>
              <a:rPr lang="vi-VN" sz="3200" b="1" dirty="0">
                <a:solidFill>
                  <a:schemeClr val="bg1"/>
                </a:solidFill>
              </a:rPr>
              <a:t> Như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8A9E5EF-E3C3-A2B3-09C8-2436A40DAA38}"/>
              </a:ext>
            </a:extLst>
          </p:cNvPr>
          <p:cNvSpPr txBox="1"/>
          <p:nvPr/>
        </p:nvSpPr>
        <p:spPr>
          <a:xfrm>
            <a:off x="-676690" y="-5869375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Phan </a:t>
            </a:r>
            <a:r>
              <a:rPr lang="vi-VN" sz="3200" b="1" dirty="0" err="1">
                <a:solidFill>
                  <a:schemeClr val="bg1"/>
                </a:solidFill>
              </a:rPr>
              <a:t>Lữ</a:t>
            </a:r>
            <a:r>
              <a:rPr lang="vi-VN" sz="3200" b="1" dirty="0">
                <a:solidFill>
                  <a:schemeClr val="bg1"/>
                </a:solidFill>
              </a:rPr>
              <a:t> Kim Hoa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42D4E43-A1FF-2C74-DFD7-BEEC734E89D9}"/>
              </a:ext>
            </a:extLst>
          </p:cNvPr>
          <p:cNvSpPr txBox="1"/>
          <p:nvPr/>
        </p:nvSpPr>
        <p:spPr>
          <a:xfrm>
            <a:off x="4392207" y="-1133185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Nguyễn</a:t>
            </a:r>
            <a:r>
              <a:rPr lang="vi-VN" sz="3200" b="1" dirty="0">
                <a:solidFill>
                  <a:schemeClr val="bg1"/>
                </a:solidFill>
              </a:rPr>
              <a:t> Lê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Nhân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AD21F3E6-9FE5-E0DF-4B03-87629C814573}"/>
              </a:ext>
            </a:extLst>
          </p:cNvPr>
          <p:cNvSpPr txBox="1"/>
          <p:nvPr/>
        </p:nvSpPr>
        <p:spPr>
          <a:xfrm>
            <a:off x="-4498975" y="4507117"/>
            <a:ext cx="4498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>
                <a:solidFill>
                  <a:schemeClr val="bg1"/>
                </a:solidFill>
              </a:rPr>
              <a:t>Từ Ngọc Ngân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72E6A2E8-810C-BF15-3821-7D36AC0D2EE0}"/>
              </a:ext>
            </a:extLst>
          </p:cNvPr>
          <p:cNvSpPr txBox="1"/>
          <p:nvPr/>
        </p:nvSpPr>
        <p:spPr>
          <a:xfrm>
            <a:off x="31027" y="-1985371"/>
            <a:ext cx="6329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Thị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Mỹ</a:t>
            </a:r>
            <a:r>
              <a:rPr lang="vi-VN" sz="3200" b="1" dirty="0">
                <a:solidFill>
                  <a:schemeClr val="bg1"/>
                </a:solidFill>
              </a:rPr>
              <a:t> Linh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A3FEBADB-2E83-C528-6338-B4E342A7809B}"/>
              </a:ext>
            </a:extLst>
          </p:cNvPr>
          <p:cNvSpPr txBox="1"/>
          <p:nvPr/>
        </p:nvSpPr>
        <p:spPr>
          <a:xfrm>
            <a:off x="6840188" y="-5222774"/>
            <a:ext cx="535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Trần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Phước</a:t>
            </a:r>
            <a:r>
              <a:rPr lang="vi-VN" sz="3200" b="1" dirty="0">
                <a:solidFill>
                  <a:schemeClr val="bg1"/>
                </a:solidFill>
              </a:rPr>
              <a:t> Long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0FF2479D-E5D8-A14D-D10F-19A84BF15BA4}"/>
              </a:ext>
            </a:extLst>
          </p:cNvPr>
          <p:cNvSpPr txBox="1"/>
          <p:nvPr/>
        </p:nvSpPr>
        <p:spPr>
          <a:xfrm>
            <a:off x="-3362522" y="44385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Vai </a:t>
            </a:r>
            <a:r>
              <a:rPr lang="vi-VN" sz="3200" b="1" dirty="0" err="1">
                <a:solidFill>
                  <a:schemeClr val="bg1"/>
                </a:solidFill>
              </a:rPr>
              <a:t>Trò</a:t>
            </a:r>
            <a:r>
              <a:rPr lang="vi-VN" sz="3200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E4A5A7F3-DE59-696E-DA84-DF836EF43B40}"/>
              </a:ext>
            </a:extLst>
          </p:cNvPr>
          <p:cNvSpPr txBox="1"/>
          <p:nvPr/>
        </p:nvSpPr>
        <p:spPr>
          <a:xfrm flipH="1">
            <a:off x="-4542449" y="6390658"/>
            <a:ext cx="43752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dirty="0" err="1">
                <a:solidFill>
                  <a:schemeClr val="bg1"/>
                </a:solidFill>
              </a:rPr>
              <a:t>Thiết</a:t>
            </a:r>
            <a:r>
              <a:rPr lang="vi-VN" sz="3200" dirty="0">
                <a:solidFill>
                  <a:schemeClr val="bg1"/>
                </a:solidFill>
              </a:rPr>
              <a:t> </a:t>
            </a:r>
            <a:r>
              <a:rPr lang="vi-VN" sz="3200" dirty="0" err="1">
                <a:solidFill>
                  <a:schemeClr val="bg1"/>
                </a:solidFill>
              </a:rPr>
              <a:t>kế</a:t>
            </a:r>
            <a:r>
              <a:rPr lang="vi-VN" sz="3200" dirty="0">
                <a:solidFill>
                  <a:schemeClr val="bg1"/>
                </a:solidFill>
              </a:rPr>
              <a:t> index2.html, </a:t>
            </a:r>
            <a:r>
              <a:rPr lang="vi-VN" sz="3200" dirty="0" err="1">
                <a:solidFill>
                  <a:schemeClr val="bg1"/>
                </a:solidFill>
              </a:rPr>
              <a:t>style.css</a:t>
            </a:r>
            <a:r>
              <a:rPr lang="vi-VN" sz="3200" dirty="0">
                <a:solidFill>
                  <a:schemeClr val="bg1"/>
                </a:solidFill>
              </a:rPr>
              <a:t> ( </a:t>
            </a:r>
            <a:r>
              <a:rPr lang="vi-VN" sz="3200" dirty="0" err="1">
                <a:solidFill>
                  <a:schemeClr val="bg1"/>
                </a:solidFill>
              </a:rPr>
              <a:t>phụ</a:t>
            </a:r>
            <a:r>
              <a:rPr lang="vi-VN" sz="3200" dirty="0">
                <a:solidFill>
                  <a:schemeClr val="bg1"/>
                </a:solidFill>
              </a:rPr>
              <a:t>)</a:t>
            </a:r>
          </a:p>
          <a:p>
            <a:pPr algn="l"/>
            <a:endParaRPr lang="vi-VN" sz="3200" dirty="0">
              <a:solidFill>
                <a:schemeClr val="bg1"/>
              </a:solidFill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6517C42-C2D4-7047-EDC7-3C017F618850}"/>
              </a:ext>
            </a:extLst>
          </p:cNvPr>
          <p:cNvSpPr/>
          <p:nvPr/>
        </p:nvSpPr>
        <p:spPr>
          <a:xfrm>
            <a:off x="10575625" y="8154453"/>
            <a:ext cx="2402571" cy="208599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09270A5E-397A-592D-61CF-FC580F760537}"/>
              </a:ext>
            </a:extLst>
          </p:cNvPr>
          <p:cNvSpPr txBox="1"/>
          <p:nvPr/>
        </p:nvSpPr>
        <p:spPr>
          <a:xfrm>
            <a:off x="-3009845" y="2866008"/>
            <a:ext cx="2754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Video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form</a:t>
            </a:r>
            <a:r>
              <a:rPr lang="vi-VN" sz="3200" b="1" dirty="0">
                <a:solidFill>
                  <a:schemeClr val="bg1"/>
                </a:solidFill>
              </a:rPr>
              <a:t> đăng </a:t>
            </a:r>
            <a:r>
              <a:rPr lang="vi-VN" sz="3200" b="1" dirty="0" err="1">
                <a:solidFill>
                  <a:schemeClr val="bg1"/>
                </a:solidFill>
              </a:rPr>
              <a:t>ký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A33C6BCC-32F4-4195-35C7-D1841922E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5997" y="-3715337"/>
            <a:ext cx="5193610" cy="5786785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DA018BE3-B198-41D8-F3EC-CCC795B155C2}"/>
              </a:ext>
            </a:extLst>
          </p:cNvPr>
          <p:cNvSpPr txBox="1"/>
          <p:nvPr/>
        </p:nvSpPr>
        <p:spPr>
          <a:xfrm>
            <a:off x="-2855818" y="8586628"/>
            <a:ext cx="55387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https://12a1ns2.pages.dev/iindex2.html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92BDBA2B-552F-6B8C-06CF-3631C918A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782" y="8227181"/>
            <a:ext cx="5631020" cy="5595457"/>
          </a:xfrm>
          <a:prstGeom prst="rect">
            <a:avLst/>
          </a:prstGeom>
        </p:spPr>
      </p:pic>
      <p:pic>
        <p:nvPicPr>
          <p:cNvPr id="2" name="Hình ảnh 1">
            <a:extLst>
              <a:ext uri="{FF2B5EF4-FFF2-40B4-BE49-F238E27FC236}">
                <a16:creationId xmlns:a16="http://schemas.microsoft.com/office/drawing/2014/main" id="{E582D66E-ED0A-A17A-85BE-2599937BC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939" y="7731961"/>
            <a:ext cx="6437083" cy="5418667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A8D7AB1E-3CCC-7490-4FDC-A7B575B976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16796" y="336657"/>
            <a:ext cx="5161791" cy="5816397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21363859-7447-9AF1-DA28-C70A928247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8372" y="8127625"/>
            <a:ext cx="5463364" cy="5607318"/>
          </a:xfrm>
          <a:prstGeom prst="rect">
            <a:avLst/>
          </a:prstGeom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038AAAAA-CF62-8139-D80A-248BFDCB8733}"/>
              </a:ext>
            </a:extLst>
          </p:cNvPr>
          <p:cNvSpPr txBox="1"/>
          <p:nvPr/>
        </p:nvSpPr>
        <p:spPr>
          <a:xfrm>
            <a:off x="12493052" y="3570157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VS</a:t>
            </a: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C7C63D91-9417-BE94-34B4-0D6285DDFB9E}"/>
              </a:ext>
            </a:extLst>
          </p:cNvPr>
          <p:cNvSpPr txBox="1"/>
          <p:nvPr/>
        </p:nvSpPr>
        <p:spPr>
          <a:xfrm>
            <a:off x="7556737" y="-1443472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Thiết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kế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cũ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2752386A-FCD9-557B-0FE2-3AC08C3F8A18}"/>
              </a:ext>
            </a:extLst>
          </p:cNvPr>
          <p:cNvSpPr txBox="1"/>
          <p:nvPr/>
        </p:nvSpPr>
        <p:spPr>
          <a:xfrm>
            <a:off x="12815396" y="5613931"/>
            <a:ext cx="490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Không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liên </a:t>
            </a:r>
            <a:r>
              <a:rPr lang="vi-VN" sz="3200" b="1" dirty="0" err="1">
                <a:solidFill>
                  <a:schemeClr val="bg1"/>
                </a:solidFill>
              </a:rPr>
              <a:t>kết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ngoài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53D7349D-F6C8-3330-6C6B-83312A1C26CE}"/>
              </a:ext>
            </a:extLst>
          </p:cNvPr>
          <p:cNvSpPr txBox="1"/>
          <p:nvPr/>
        </p:nvSpPr>
        <p:spPr>
          <a:xfrm>
            <a:off x="12978196" y="2739475"/>
            <a:ext cx="4906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Bố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cục</a:t>
            </a:r>
            <a:r>
              <a:rPr lang="vi-VN" sz="3200" b="1" dirty="0">
                <a:solidFill>
                  <a:schemeClr val="bg1"/>
                </a:solidFill>
              </a:rPr>
              <a:t> đơn sơ</a:t>
            </a: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719BDA22-A0BA-E003-5BCB-04A83D901117}"/>
              </a:ext>
            </a:extLst>
          </p:cNvPr>
          <p:cNvSpPr txBox="1"/>
          <p:nvPr/>
        </p:nvSpPr>
        <p:spPr>
          <a:xfrm>
            <a:off x="13350670" y="313269"/>
            <a:ext cx="9643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Không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trang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</a:t>
            </a: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84452EF0-6644-8546-B35C-17535246BC28}"/>
              </a:ext>
            </a:extLst>
          </p:cNvPr>
          <p:cNvSpPr txBox="1"/>
          <p:nvPr/>
        </p:nvSpPr>
        <p:spPr>
          <a:xfrm>
            <a:off x="7655310" y="-1085509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Thiết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kế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mới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537BED5D-BC74-81CC-00E4-146F531316DB}"/>
              </a:ext>
            </a:extLst>
          </p:cNvPr>
          <p:cNvSpPr txBox="1"/>
          <p:nvPr/>
        </p:nvSpPr>
        <p:spPr>
          <a:xfrm>
            <a:off x="6272807" y="-1623803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Website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hiện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đại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3EE8E847-D86C-1423-CD17-79CCA53799DC}"/>
              </a:ext>
            </a:extLst>
          </p:cNvPr>
          <p:cNvSpPr txBox="1"/>
          <p:nvPr/>
        </p:nvSpPr>
        <p:spPr>
          <a:xfrm>
            <a:off x="6586976" y="-3880242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Website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dễ</a:t>
            </a:r>
            <a:r>
              <a:rPr lang="vi-VN" sz="3200" b="1" dirty="0">
                <a:solidFill>
                  <a:schemeClr val="bg1"/>
                </a:solidFill>
              </a:rPr>
              <a:t> thao </a:t>
            </a:r>
            <a:r>
              <a:rPr lang="vi-VN" sz="3200" b="1" dirty="0" err="1">
                <a:solidFill>
                  <a:schemeClr val="bg1"/>
                </a:solidFill>
              </a:rPr>
              <a:t>tác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7296756B-21F3-93D1-5B12-44FF30482C87}"/>
              </a:ext>
            </a:extLst>
          </p:cNvPr>
          <p:cNvSpPr txBox="1"/>
          <p:nvPr/>
        </p:nvSpPr>
        <p:spPr>
          <a:xfrm>
            <a:off x="6077049" y="7250203"/>
            <a:ext cx="10517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Bố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cục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rõ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ràng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34794F86-698F-8022-49D6-0C8B6E5ADA02}"/>
              </a:ext>
            </a:extLst>
          </p:cNvPr>
          <p:cNvSpPr txBox="1"/>
          <p:nvPr/>
        </p:nvSpPr>
        <p:spPr>
          <a:xfrm>
            <a:off x="6077049" y="7834978"/>
            <a:ext cx="47658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nhiều</a:t>
            </a:r>
            <a:r>
              <a:rPr lang="vi-VN" sz="3200" b="1" dirty="0">
                <a:solidFill>
                  <a:schemeClr val="bg1"/>
                </a:solidFill>
              </a:rPr>
              <a:t> trang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 </a:t>
            </a:r>
            <a:r>
              <a:rPr lang="vi-VN" sz="3200" b="1" dirty="0" err="1">
                <a:solidFill>
                  <a:schemeClr val="bg1"/>
                </a:solidFill>
              </a:rPr>
              <a:t>giúp</a:t>
            </a:r>
            <a:r>
              <a:rPr lang="vi-VN" sz="3200" b="1" dirty="0">
                <a:solidFill>
                  <a:schemeClr val="bg1"/>
                </a:solidFill>
              </a:rPr>
              <a:t> xem chi </a:t>
            </a:r>
            <a:r>
              <a:rPr lang="vi-VN" sz="3200" b="1" dirty="0" err="1">
                <a:solidFill>
                  <a:schemeClr val="bg1"/>
                </a:solidFill>
              </a:rPr>
              <a:t>tiết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mục</a:t>
            </a:r>
            <a:r>
              <a:rPr lang="vi-VN" sz="3200" b="1" dirty="0">
                <a:solidFill>
                  <a:schemeClr val="bg1"/>
                </a:solidFill>
              </a:rPr>
              <a:t> hơn</a:t>
            </a:r>
          </a:p>
        </p:txBody>
      </p:sp>
      <p:sp>
        <p:nvSpPr>
          <p:cNvPr id="40" name="Hộp Văn bản 39">
            <a:extLst>
              <a:ext uri="{FF2B5EF4-FFF2-40B4-BE49-F238E27FC236}">
                <a16:creationId xmlns:a16="http://schemas.microsoft.com/office/drawing/2014/main" id="{6DD07278-BA55-0C6A-EC99-04CEF592813A}"/>
              </a:ext>
            </a:extLst>
          </p:cNvPr>
          <p:cNvSpPr txBox="1"/>
          <p:nvPr/>
        </p:nvSpPr>
        <p:spPr>
          <a:xfrm>
            <a:off x="6186480" y="8912195"/>
            <a:ext cx="5533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 err="1">
                <a:solidFill>
                  <a:schemeClr val="bg1"/>
                </a:solidFill>
              </a:rPr>
              <a:t>Footer</a:t>
            </a:r>
            <a:r>
              <a:rPr lang="vi-VN" sz="3200" b="1" dirty="0">
                <a:solidFill>
                  <a:schemeClr val="bg1"/>
                </a:solidFill>
              </a:rPr>
              <a:t> </a:t>
            </a:r>
            <a:r>
              <a:rPr lang="vi-VN" sz="3200" b="1" dirty="0" err="1">
                <a:solidFill>
                  <a:schemeClr val="bg1"/>
                </a:solidFill>
              </a:rPr>
              <a:t>có</a:t>
            </a:r>
            <a:r>
              <a:rPr lang="vi-VN" sz="3200" b="1" dirty="0">
                <a:solidFill>
                  <a:schemeClr val="bg1"/>
                </a:solidFill>
              </a:rPr>
              <a:t> thông tin liên </a:t>
            </a:r>
            <a:r>
              <a:rPr lang="vi-VN" sz="3200" b="1" dirty="0" err="1">
                <a:solidFill>
                  <a:schemeClr val="bg1"/>
                </a:solidFill>
              </a:rPr>
              <a:t>hệ</a:t>
            </a:r>
            <a:r>
              <a:rPr lang="vi-VN" sz="3200" b="1" dirty="0">
                <a:solidFill>
                  <a:schemeClr val="bg1"/>
                </a:solidFill>
              </a:rPr>
              <a:t>, </a:t>
            </a:r>
            <a:r>
              <a:rPr lang="vi-VN" sz="3200" b="1" dirty="0" err="1">
                <a:solidFill>
                  <a:schemeClr val="bg1"/>
                </a:solidFill>
              </a:rPr>
              <a:t>thành</a:t>
            </a:r>
            <a:r>
              <a:rPr lang="vi-VN" sz="3200" b="1" dirty="0">
                <a:solidFill>
                  <a:schemeClr val="bg1"/>
                </a:solidFill>
              </a:rPr>
              <a:t> viên</a:t>
            </a: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6A23F543-6F41-1EFE-815F-D322F527F2AA}"/>
              </a:ext>
            </a:extLst>
          </p:cNvPr>
          <p:cNvSpPr txBox="1"/>
          <p:nvPr/>
        </p:nvSpPr>
        <p:spPr>
          <a:xfrm flipH="1">
            <a:off x="2876616" y="3136612"/>
            <a:ext cx="6438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3200" b="1" dirty="0">
                <a:solidFill>
                  <a:schemeClr val="bg1"/>
                </a:solidFill>
              </a:rPr>
              <a:t>XIN CẢM ƠN ĐÃ LẮNG NGHE </a:t>
            </a:r>
          </a:p>
        </p:txBody>
      </p:sp>
    </p:spTree>
    <p:extLst>
      <p:ext uri="{BB962C8B-B14F-4D97-AF65-F5344CB8AC3E}">
        <p14:creationId xmlns:p14="http://schemas.microsoft.com/office/powerpoint/2010/main" val="434487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Màn hình rộng</PresentationFormat>
  <Slides>20</Slides>
  <Notes>0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20</vt:i4>
      </vt:variant>
    </vt:vector>
  </HeadingPairs>
  <TitlesOfParts>
    <vt:vector size="21" baseType="lpstr">
      <vt:lpstr>Chủ đề Office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>Người dùng Khách</dc:creator>
  <cp:lastModifiedBy>Người dùng Khách</cp:lastModifiedBy>
  <cp:revision>4</cp:revision>
  <dcterms:created xsi:type="dcterms:W3CDTF">2026-01-25T14:24:07Z</dcterms:created>
  <dcterms:modified xsi:type="dcterms:W3CDTF">2026-01-25T21:26:16Z</dcterms:modified>
</cp:coreProperties>
</file>